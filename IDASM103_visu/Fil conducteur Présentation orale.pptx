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3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4848"/>
    <a:srgbClr val="FF7977"/>
    <a:srgbClr val="00A699"/>
    <a:srgbClr val="FF5A5F"/>
    <a:srgbClr val="E0E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32929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6880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86615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2290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1001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008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4772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605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120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291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6639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23385-C29E-4CDE-97E0-1283BEBE5EB2}" type="datetimeFigureOut">
              <a:rPr lang="fr-BE" smtClean="0"/>
              <a:t>08-12-25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525B1-11B0-4771-8EFD-C874EB9DB7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7796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BE" sz="4400" dirty="0" smtClean="0">
                <a:solidFill>
                  <a:srgbClr val="484848"/>
                </a:solidFill>
              </a:rPr>
              <a:t>IDASM 103 – Visualisation de l’Information</a:t>
            </a:r>
            <a:br>
              <a:rPr lang="fr-BE" sz="4400" dirty="0" smtClean="0">
                <a:solidFill>
                  <a:srgbClr val="484848"/>
                </a:solidFill>
              </a:rPr>
            </a:br>
            <a:r>
              <a:rPr lang="fr-BE" sz="4400" dirty="0" smtClean="0">
                <a:solidFill>
                  <a:srgbClr val="484848"/>
                </a:solidFill>
              </a:rPr>
              <a:t>Présentation</a:t>
            </a:r>
            <a:r>
              <a:rPr lang="fr-BE" dirty="0" smtClean="0">
                <a:solidFill>
                  <a:srgbClr val="484848"/>
                </a:solidFill>
              </a:rPr>
              <a:t/>
            </a:r>
            <a:br>
              <a:rPr lang="fr-BE" dirty="0" smtClean="0">
                <a:solidFill>
                  <a:srgbClr val="484848"/>
                </a:solidFill>
              </a:rPr>
            </a:br>
            <a:endParaRPr lang="fr-BE" dirty="0">
              <a:solidFill>
                <a:srgbClr val="484848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750" y="3543299"/>
            <a:ext cx="10972800" cy="1514475"/>
          </a:xfrm>
        </p:spPr>
        <p:txBody>
          <a:bodyPr>
            <a:normAutofit fontScale="85000" lnSpcReduction="20000"/>
          </a:bodyPr>
          <a:lstStyle/>
          <a:p>
            <a:endParaRPr lang="fr-BE" b="1" dirty="0" smtClean="0">
              <a:solidFill>
                <a:srgbClr val="00A699"/>
              </a:solidFill>
            </a:endParaRPr>
          </a:p>
          <a:p>
            <a:r>
              <a:rPr lang="fr-BE" b="1" dirty="0" smtClean="0">
                <a:solidFill>
                  <a:srgbClr val="00A699"/>
                </a:solidFill>
              </a:rPr>
              <a:t>Groupe 10</a:t>
            </a:r>
          </a:p>
          <a:p>
            <a:endParaRPr lang="fr-BE" sz="1700" dirty="0">
              <a:solidFill>
                <a:srgbClr val="484848"/>
              </a:solidFill>
            </a:endParaRPr>
          </a:p>
          <a:p>
            <a:r>
              <a:rPr lang="fr-BE" dirty="0" smtClean="0">
                <a:solidFill>
                  <a:srgbClr val="00A699"/>
                </a:solidFill>
              </a:rPr>
              <a:t>Céline </a:t>
            </a:r>
            <a:r>
              <a:rPr lang="fr-BE" dirty="0" err="1" smtClean="0">
                <a:solidFill>
                  <a:srgbClr val="00A699"/>
                </a:solidFill>
              </a:rPr>
              <a:t>Argyropoulos</a:t>
            </a:r>
            <a:r>
              <a:rPr lang="fr-BE" dirty="0" smtClean="0">
                <a:solidFill>
                  <a:srgbClr val="00A699"/>
                </a:solidFill>
              </a:rPr>
              <a:t>, Ariane </a:t>
            </a:r>
            <a:r>
              <a:rPr lang="fr-BE" dirty="0" err="1" smtClean="0">
                <a:solidFill>
                  <a:srgbClr val="00A699"/>
                </a:solidFill>
              </a:rPr>
              <a:t>Sauvenier</a:t>
            </a:r>
            <a:r>
              <a:rPr lang="fr-BE" dirty="0" smtClean="0">
                <a:solidFill>
                  <a:srgbClr val="00A699"/>
                </a:solidFill>
              </a:rPr>
              <a:t>, Abel </a:t>
            </a:r>
            <a:r>
              <a:rPr lang="fr-BE" dirty="0" err="1" smtClean="0">
                <a:solidFill>
                  <a:srgbClr val="00A699"/>
                </a:solidFill>
              </a:rPr>
              <a:t>Idrice</a:t>
            </a:r>
            <a:r>
              <a:rPr lang="fr-BE" dirty="0" smtClean="0">
                <a:solidFill>
                  <a:srgbClr val="00A699"/>
                </a:solidFill>
              </a:rPr>
              <a:t> </a:t>
            </a:r>
            <a:r>
              <a:rPr lang="fr-BE" dirty="0" err="1" smtClean="0">
                <a:solidFill>
                  <a:srgbClr val="00A699"/>
                </a:solidFill>
              </a:rPr>
              <a:t>Adjieufack</a:t>
            </a:r>
            <a:r>
              <a:rPr lang="fr-BE" dirty="0" smtClean="0">
                <a:solidFill>
                  <a:srgbClr val="00A699"/>
                </a:solidFill>
              </a:rPr>
              <a:t>, </a:t>
            </a:r>
            <a:r>
              <a:rPr lang="fr-BE" dirty="0" smtClean="0">
                <a:solidFill>
                  <a:srgbClr val="00A699"/>
                </a:solidFill>
              </a:rPr>
              <a:t>Michaël </a:t>
            </a:r>
            <a:r>
              <a:rPr lang="fr-BE" dirty="0" err="1" smtClean="0">
                <a:solidFill>
                  <a:srgbClr val="00A699"/>
                </a:solidFill>
              </a:rPr>
              <a:t>Mestré</a:t>
            </a:r>
            <a:r>
              <a:rPr lang="fr-BE" dirty="0" smtClean="0">
                <a:solidFill>
                  <a:srgbClr val="00A699"/>
                </a:solidFill>
              </a:rPr>
              <a:t>, David </a:t>
            </a:r>
            <a:r>
              <a:rPr lang="fr-BE" dirty="0" err="1" smtClean="0">
                <a:solidFill>
                  <a:srgbClr val="00A699"/>
                </a:solidFill>
              </a:rPr>
              <a:t>Ruen</a:t>
            </a:r>
            <a:r>
              <a:rPr lang="fr-BE" dirty="0" smtClean="0">
                <a:solidFill>
                  <a:srgbClr val="00A699"/>
                </a:solidFill>
              </a:rPr>
              <a:t/>
            </a:r>
            <a:br>
              <a:rPr lang="fr-BE" dirty="0" smtClean="0">
                <a:solidFill>
                  <a:srgbClr val="00A699"/>
                </a:solidFill>
              </a:rPr>
            </a:br>
            <a:endParaRPr lang="fr-BE" dirty="0">
              <a:solidFill>
                <a:srgbClr val="00A699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550" y="4933950"/>
            <a:ext cx="1881187" cy="18811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581150" y="1143000"/>
            <a:ext cx="9086850" cy="2352675"/>
          </a:xfrm>
          <a:prstGeom prst="roundRect">
            <a:avLst/>
          </a:prstGeom>
          <a:noFill/>
          <a:ln w="57150">
            <a:solidFill>
              <a:srgbClr val="FF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0894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800" dirty="0">
                <a:solidFill>
                  <a:srgbClr val="484848"/>
                </a:solidFill>
              </a:rPr>
              <a:t>	</a:t>
            </a:r>
            <a:r>
              <a:rPr lang="fr-BE" sz="4800" dirty="0" smtClean="0">
                <a:solidFill>
                  <a:srgbClr val="484848"/>
                </a:solidFill>
              </a:rPr>
              <a:t>Les données</a:t>
            </a:r>
            <a:endParaRPr lang="fr-BE" sz="4800" dirty="0">
              <a:solidFill>
                <a:srgbClr val="484848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025" y="5600700"/>
            <a:ext cx="1214437" cy="12144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8200" y="347663"/>
            <a:ext cx="10515600" cy="1343025"/>
          </a:xfrm>
          <a:prstGeom prst="roundRect">
            <a:avLst/>
          </a:prstGeom>
          <a:noFill/>
          <a:ln w="57150">
            <a:solidFill>
              <a:srgbClr val="FF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9599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800" dirty="0">
                <a:solidFill>
                  <a:srgbClr val="484848"/>
                </a:solidFill>
              </a:rPr>
              <a:t> </a:t>
            </a:r>
            <a:r>
              <a:rPr lang="fr-BE" sz="4800" dirty="0" smtClean="0">
                <a:solidFill>
                  <a:srgbClr val="484848"/>
                </a:solidFill>
              </a:rPr>
              <a:t>	L’utilisateur: Scénario</a:t>
            </a:r>
            <a:endParaRPr lang="fr-BE" sz="4800" dirty="0">
              <a:solidFill>
                <a:srgbClr val="484848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42974" y="2409825"/>
            <a:ext cx="10410825" cy="3767137"/>
          </a:xfrm>
        </p:spPr>
        <p:txBody>
          <a:bodyPr/>
          <a:lstStyle/>
          <a:p>
            <a:pPr>
              <a:buClr>
                <a:srgbClr val="00A699"/>
              </a:buClr>
            </a:pPr>
            <a:r>
              <a:rPr lang="fr-BE" dirty="0" smtClean="0">
                <a:solidFill>
                  <a:srgbClr val="484848"/>
                </a:solidFill>
              </a:rPr>
              <a:t>L’utilisateur – type</a:t>
            </a:r>
          </a:p>
          <a:p>
            <a:pPr>
              <a:buClr>
                <a:srgbClr val="00A699"/>
              </a:buClr>
            </a:pPr>
            <a:r>
              <a:rPr lang="fr-BE" dirty="0" smtClean="0">
                <a:solidFill>
                  <a:srgbClr val="484848"/>
                </a:solidFill>
              </a:rPr>
              <a:t>Problèmes rencontrés</a:t>
            </a:r>
          </a:p>
          <a:p>
            <a:pPr>
              <a:buClr>
                <a:srgbClr val="00A699"/>
              </a:buClr>
            </a:pPr>
            <a:r>
              <a:rPr lang="fr-BE" dirty="0" smtClean="0">
                <a:solidFill>
                  <a:srgbClr val="484848"/>
                </a:solidFill>
              </a:rPr>
              <a:t>Quartier festif ou quartier culturel?</a:t>
            </a:r>
          </a:p>
          <a:p>
            <a:pPr>
              <a:buClr>
                <a:srgbClr val="00A699"/>
              </a:buClr>
            </a:pPr>
            <a:r>
              <a:rPr lang="fr-BE" dirty="0" smtClean="0">
                <a:solidFill>
                  <a:srgbClr val="484848"/>
                </a:solidFill>
              </a:rPr>
              <a:t>Prudence </a:t>
            </a:r>
            <a:r>
              <a:rPr lang="fr-BE" smtClean="0">
                <a:solidFill>
                  <a:srgbClr val="484848"/>
                </a:solidFill>
              </a:rPr>
              <a:t>ou aventure?</a:t>
            </a:r>
            <a:endParaRPr lang="fr-BE" dirty="0" smtClean="0">
              <a:solidFill>
                <a:srgbClr val="484848"/>
              </a:solidFill>
            </a:endParaRPr>
          </a:p>
          <a:p>
            <a:pPr>
              <a:buClr>
                <a:srgbClr val="00A699"/>
              </a:buClr>
            </a:pPr>
            <a:endParaRPr lang="fr-BE" dirty="0">
              <a:solidFill>
                <a:srgbClr val="484848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8200" y="347663"/>
            <a:ext cx="10515600" cy="1343025"/>
          </a:xfrm>
          <a:prstGeom prst="roundRect">
            <a:avLst/>
          </a:prstGeom>
          <a:noFill/>
          <a:ln w="57150">
            <a:solidFill>
              <a:srgbClr val="FF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025" y="5600700"/>
            <a:ext cx="1214437" cy="121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2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800" dirty="0" smtClean="0">
                <a:solidFill>
                  <a:srgbClr val="484848"/>
                </a:solidFill>
              </a:rPr>
              <a:t> 	L’outil</a:t>
            </a:r>
            <a:endParaRPr lang="fr-BE" sz="4800" dirty="0">
              <a:solidFill>
                <a:srgbClr val="484848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04900" y="2206625"/>
            <a:ext cx="10515600" cy="4351338"/>
          </a:xfrm>
        </p:spPr>
        <p:txBody>
          <a:bodyPr/>
          <a:lstStyle/>
          <a:p>
            <a:endParaRPr lang="fr-B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025" y="5600700"/>
            <a:ext cx="1214437" cy="12144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8200" y="347663"/>
            <a:ext cx="10515600" cy="1343025"/>
          </a:xfrm>
          <a:prstGeom prst="roundRect">
            <a:avLst/>
          </a:prstGeom>
          <a:noFill/>
          <a:ln w="57150">
            <a:solidFill>
              <a:srgbClr val="FF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7349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162" y="2266156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8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40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IDASM 103 – Visualisation de l’Information Présentation </vt:lpstr>
      <vt:lpstr> Les données</vt:lpstr>
      <vt:lpstr>  L’utilisateur: Scénario</vt:lpstr>
      <vt:lpstr>  L’outil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IDASM 103 – Visualisation de l’Information Présentation</dc:title>
  <dc:creator>arianesau@gmail.com</dc:creator>
  <cp:lastModifiedBy>arianesau@gmail.com</cp:lastModifiedBy>
  <cp:revision>12</cp:revision>
  <dcterms:created xsi:type="dcterms:W3CDTF">2025-12-08T14:02:48Z</dcterms:created>
  <dcterms:modified xsi:type="dcterms:W3CDTF">2025-12-08T14:41:41Z</dcterms:modified>
</cp:coreProperties>
</file>